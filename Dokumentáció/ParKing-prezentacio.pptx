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7" r:id="rId6"/>
    <p:sldId id="268" r:id="rId7"/>
    <p:sldId id="277" r:id="rId8"/>
    <p:sldId id="276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57" autoAdjust="0"/>
  </p:normalViewPr>
  <p:slideViewPr>
    <p:cSldViewPr snapToGrid="0">
      <p:cViewPr varScale="1">
        <p:scale>
          <a:sx n="110" d="100"/>
          <a:sy n="110" d="100"/>
        </p:scale>
        <p:origin x="5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2026.01.28.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hlinkClick r:id="rId2" action="ppaction://hlinksldjump"/>
              </a:rPr>
              <a:t>ParKing bemutatása</a:t>
            </a:r>
            <a:endParaRPr lang="hu-HU" dirty="0"/>
          </a:p>
          <a:p>
            <a:r>
              <a:rPr lang="hu-HU" dirty="0">
                <a:hlinkClick r:id="rId3" action="ppaction://hlinksldjump"/>
              </a:rPr>
              <a:t>A projektben használt webfejlesztési technológiák</a:t>
            </a:r>
            <a:endParaRPr lang="hu-HU" dirty="0"/>
          </a:p>
          <a:p>
            <a:r>
              <a:rPr lang="hu-HU" dirty="0">
                <a:hlinkClick r:id="rId4" action="ppaction://hlinksldjump"/>
              </a:rPr>
              <a:t>Rendszeráttekintés – hardverkövetelmények</a:t>
            </a:r>
            <a:endParaRPr lang="hu-HU" dirty="0"/>
          </a:p>
          <a:p>
            <a:r>
              <a:rPr lang="hu-HU" dirty="0">
                <a:hlinkClick r:id="rId5" action="ppaction://hlinksldjump"/>
              </a:rPr>
              <a:t>Rendszeráttekintés - szoftverkövetelmények</a:t>
            </a:r>
            <a:endParaRPr lang="hu-HU" dirty="0"/>
          </a:p>
          <a:p>
            <a:r>
              <a:rPr lang="hu-HU" dirty="0">
                <a:hlinkClick r:id="rId6" action="ppaction://hlinksldjump"/>
              </a:rPr>
              <a:t>A weboldal elindítása</a:t>
            </a:r>
            <a:endParaRPr lang="hu-HU" dirty="0"/>
          </a:p>
          <a:p>
            <a:r>
              <a:rPr lang="hu-HU" dirty="0">
                <a:hlinkClick r:id="rId7" action="ppaction://hlinksldjump"/>
              </a:rPr>
              <a:t>A weboldal bemutatása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42643"/>
            <a:ext cx="12191999" cy="1325563"/>
          </a:xfrm>
        </p:spPr>
        <p:txBody>
          <a:bodyPr/>
          <a:lstStyle/>
          <a:p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645" y="225261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437" y="2634205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401" y="3137452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Az oldal előnyben részesíti az olyan böngészőket, amelyek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JavaScript-futtatást</a:t>
            </a:r>
            <a:r>
              <a:rPr lang="hu-HU" dirty="0"/>
              <a:t> kínálnak​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Mozilla Firefox​</a:t>
            </a:r>
          </a:p>
          <a:p>
            <a:pPr lvl="2"/>
            <a:r>
              <a:rPr lang="hu-HU" dirty="0"/>
              <a:t>Microsoft Edge​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b="1" dirty="0"/>
              <a:t>.env</a:t>
            </a:r>
            <a:r>
              <a:rPr lang="hu-HU" dirty="0"/>
              <a:t> fájl létrehozása a mappán belül: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.env.example fájl tartalmának átmásolása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Szükséges adatok megadása:</a:t>
            </a:r>
          </a:p>
          <a:p>
            <a:pPr lvl="3"/>
            <a:r>
              <a:rPr lang="hu-HU" dirty="0"/>
              <a:t>DB_NAME=</a:t>
            </a:r>
            <a:r>
              <a:rPr lang="hu-HU" b="1" dirty="0"/>
              <a:t>parking</a:t>
            </a:r>
            <a:r>
              <a:rPr lang="hu-HU" dirty="0"/>
              <a:t>, DB_USER=</a:t>
            </a:r>
            <a:r>
              <a:rPr lang="hu-HU" b="1" dirty="0"/>
              <a:t>root</a:t>
            </a:r>
            <a:r>
              <a:rPr lang="hu-HU" dirty="0"/>
              <a:t>, DB_PASSWORD=</a:t>
            </a:r>
            <a:r>
              <a:rPr lang="hu-HU" b="1" dirty="0"/>
              <a:t>””</a:t>
            </a:r>
            <a:r>
              <a:rPr lang="hu-HU" dirty="0"/>
              <a:t>, DB_HOST=</a:t>
            </a:r>
            <a:r>
              <a:rPr lang="hu-HU" b="1" dirty="0"/>
              <a:t>localhost</a:t>
            </a:r>
            <a:r>
              <a:rPr lang="hu-HU" dirty="0"/>
              <a:t>, DB_DIALECT=</a:t>
            </a:r>
            <a:r>
              <a:rPr lang="hu-HU" b="1" dirty="0"/>
              <a:t>mysql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19" y="1514842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136" y="2449940"/>
            <a:ext cx="5676902" cy="319325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8D477BE-AD14-40F3-A5BE-E4EF28291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6479" y="3299617"/>
            <a:ext cx="5676902" cy="319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350</Words>
  <Application>Microsoft Office PowerPoint</Application>
  <PresentationFormat>Szélesvásznú</PresentationFormat>
  <Paragraphs>74</Paragraphs>
  <Slides>8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 weboldal bemutatása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39</cp:revision>
  <dcterms:created xsi:type="dcterms:W3CDTF">2026-01-21T10:12:04Z</dcterms:created>
  <dcterms:modified xsi:type="dcterms:W3CDTF">2026-01-28T08:23:15Z</dcterms:modified>
</cp:coreProperties>
</file>