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0" r:id="rId5"/>
    <p:sldId id="267" r:id="rId6"/>
    <p:sldId id="268" r:id="rId7"/>
    <p:sldId id="277" r:id="rId8"/>
    <p:sldId id="288" r:id="rId9"/>
    <p:sldId id="276" r:id="rId10"/>
    <p:sldId id="278" r:id="rId11"/>
    <p:sldId id="279" r:id="rId12"/>
    <p:sldId id="280" r:id="rId13"/>
    <p:sldId id="292" r:id="rId14"/>
    <p:sldId id="281" r:id="rId15"/>
    <p:sldId id="282" r:id="rId16"/>
    <p:sldId id="284" r:id="rId17"/>
    <p:sldId id="285" r:id="rId18"/>
    <p:sldId id="286" r:id="rId19"/>
    <p:sldId id="283" r:id="rId20"/>
    <p:sldId id="293" r:id="rId21"/>
    <p:sldId id="287" r:id="rId2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57" autoAdjust="0"/>
  </p:normalViewPr>
  <p:slideViewPr>
    <p:cSldViewPr snapToGrid="0">
      <p:cViewPr varScale="1">
        <p:scale>
          <a:sx n="101" d="100"/>
          <a:sy n="101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5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14.xml"/><Relationship Id="rId17" Type="http://schemas.openxmlformats.org/officeDocument/2006/relationships/slide" Target="slide19.xml"/><Relationship Id="rId2" Type="http://schemas.openxmlformats.org/officeDocument/2006/relationships/slide" Target="slide3.xml"/><Relationship Id="rId16" Type="http://schemas.openxmlformats.org/officeDocument/2006/relationships/slide" Target="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5" Type="http://schemas.openxmlformats.org/officeDocument/2006/relationships/slide" Target="slide17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Relationship Id="rId14" Type="http://schemas.openxmlformats.org/officeDocument/2006/relationships/slide" Target="slide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1573" cy="4406302"/>
          </a:xfrm>
        </p:spPr>
        <p:txBody>
          <a:bodyPr>
            <a:normAutofit/>
          </a:bodyPr>
          <a:lstStyle/>
          <a:p>
            <a:r>
              <a:rPr lang="hu-HU" dirty="0">
                <a:hlinkClick r:id="rId2" action="ppaction://hlinksldjump"/>
              </a:rPr>
              <a:t>ParKing bemutatása</a:t>
            </a:r>
            <a:endParaRPr lang="hu-HU" dirty="0"/>
          </a:p>
          <a:p>
            <a:r>
              <a:rPr lang="hu-HU" dirty="0">
                <a:hlinkClick r:id="rId3" action="ppaction://hlinksldjump"/>
              </a:rPr>
              <a:t>A projektben használt webfejlesztési technológiák</a:t>
            </a:r>
            <a:endParaRPr lang="hu-HU" dirty="0"/>
          </a:p>
          <a:p>
            <a:r>
              <a:rPr lang="hu-HU" dirty="0">
                <a:hlinkClick r:id="rId4" action="ppaction://hlinksldjump"/>
              </a:rPr>
              <a:t>Rendszeráttekintés – hardverkövetelmények</a:t>
            </a:r>
            <a:endParaRPr lang="hu-HU" dirty="0"/>
          </a:p>
          <a:p>
            <a:r>
              <a:rPr lang="hu-HU" dirty="0">
                <a:hlinkClick r:id="rId5" action="ppaction://hlinksldjump"/>
              </a:rPr>
              <a:t>Rendszeráttekintés - szoftverkövetelmények</a:t>
            </a:r>
            <a:endParaRPr lang="hu-HU" dirty="0"/>
          </a:p>
          <a:p>
            <a:r>
              <a:rPr lang="hu-HU" dirty="0">
                <a:hlinkClick r:id="rId6" action="ppaction://hlinksldjump"/>
              </a:rPr>
              <a:t>A weboldal elindítása</a:t>
            </a:r>
            <a:endParaRPr lang="hu-HU" dirty="0"/>
          </a:p>
          <a:p>
            <a:r>
              <a:rPr lang="hu-HU" dirty="0">
                <a:hlinkClick r:id="rId7" action="ppaction://hlinksldjump"/>
              </a:rPr>
              <a:t>Adatbázis terv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DC1F5C83-D83A-4655-8D8E-9C3FA2A7F396}"/>
              </a:ext>
            </a:extLst>
          </p:cNvPr>
          <p:cNvSpPr txBox="1"/>
          <p:nvPr/>
        </p:nvSpPr>
        <p:spPr>
          <a:xfrm>
            <a:off x="6245469" y="1825625"/>
            <a:ext cx="465908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/>
              </a:rPr>
              <a:t>A weboldal bemutatása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/>
              </a:rPr>
              <a:t>Főoldal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0" action="ppaction://hlinksldjump"/>
              </a:rPr>
              <a:t>Regisztráció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1" action="ppaction://hlinksldjump"/>
              </a:rPr>
              <a:t>Bejelentkezés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2" action="ppaction://hlinksldjump"/>
              </a:rPr>
              <a:t>A fejlesztők céljai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3" action="ppaction://hlinksldjump"/>
              </a:rPr>
              <a:t>Kapcsolat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4" action="ppaction://hlinksldjump"/>
              </a:rPr>
              <a:t>Fiók szerkesztése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5" action="ppaction://hlinksldjump"/>
              </a:rPr>
              <a:t>Foglalás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6" action="ppaction://hlinksldjump"/>
              </a:rPr>
              <a:t>A felhasználó foglalásai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7" action="ppaction://hlinksldjump"/>
              </a:rPr>
              <a:t>Lábléc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1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36580"/>
          </a:xfrm>
          <a:prstGeom prst="rightBracket">
            <a:avLst>
              <a:gd name="adj" fmla="val 309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/>
          <p:nvPr/>
        </p:nvCxnSpPr>
        <p:spPr>
          <a:xfrm>
            <a:off x="4033864" y="643872"/>
            <a:ext cx="2719967" cy="156754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654" y="3111470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368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1" y="1646138"/>
            <a:ext cx="2034999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2" y="2908563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92" y="4251669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7683" y="2910958"/>
            <a:ext cx="2016000" cy="100800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7683" y="4268918"/>
            <a:ext cx="2016000" cy="994191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91" y="5569463"/>
            <a:ext cx="2016000" cy="102171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77683" y="1668810"/>
            <a:ext cx="2016000" cy="970157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77683" y="5596987"/>
            <a:ext cx="2016000" cy="99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362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fejlesztők céljai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675" y="5468563"/>
            <a:ext cx="2124932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3352675" y="2056027"/>
            <a:ext cx="2124932" cy="335465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763" y="2167741"/>
            <a:ext cx="1901223" cy="3236791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5606" y="4389695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5754" y="2169358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5754" y="3282886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2220" y="1114199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1763" y="5468564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2603" y="2132573"/>
            <a:ext cx="2007452" cy="1003726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62603" y="3251029"/>
            <a:ext cx="2007452" cy="1023935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2603" y="4389695"/>
            <a:ext cx="2007452" cy="1001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691" y="125084"/>
            <a:ext cx="2391109" cy="1457528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98D6CC8-D3DD-41ED-829A-50D91D587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91" y="1690688"/>
            <a:ext cx="10924061" cy="508095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8ADAD2C6-20CD-4E04-A0BF-1871C2082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64" y="677611"/>
            <a:ext cx="2781688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7143" y="3846321"/>
            <a:ext cx="10597713" cy="2937979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43" y="89645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32" y="362648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7025" y="896459"/>
            <a:ext cx="1747497" cy="55058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7024" y="1518375"/>
            <a:ext cx="1747497" cy="85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21B87BE7-801B-4FF4-B115-8797E1FF842B}"/>
              </a:ext>
            </a:extLst>
          </p:cNvPr>
          <p:cNvSpPr txBox="1"/>
          <p:nvPr/>
        </p:nvSpPr>
        <p:spPr>
          <a:xfrm>
            <a:off x="11086012" y="6244046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hlinkClick r:id="rId3" action="ppaction://hlinksldjump"/>
              </a:rPr>
              <a:t>Főoldal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</TotalTime>
  <Words>344</Words>
  <Application>Microsoft Office PowerPoint</Application>
  <PresentationFormat>Szélesvásznú</PresentationFormat>
  <Paragraphs>98</Paragraphs>
  <Slides>21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A fejlesztők céljai</vt:lpstr>
      <vt:lpstr>Kapcsolat</vt:lpstr>
      <vt:lpstr>Fiók szerkesztése</vt:lpstr>
      <vt:lpstr>Foglalás</vt:lpstr>
      <vt:lpstr>A felhasználó foglalásai</vt:lpstr>
      <vt:lpstr>Lábléc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137</cp:revision>
  <dcterms:created xsi:type="dcterms:W3CDTF">2026-01-21T10:12:04Z</dcterms:created>
  <dcterms:modified xsi:type="dcterms:W3CDTF">2026-03-09T07:53:49Z</dcterms:modified>
</cp:coreProperties>
</file>