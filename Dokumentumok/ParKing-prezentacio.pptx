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3" r:id="rId21"/>
    <p:sldId id="287" r:id="rId2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>
        <p:scale>
          <a:sx n="100" d="100"/>
          <a:sy n="100" d="100"/>
        </p:scale>
        <p:origin x="94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2026.03.12.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3" Type="http://schemas.openxmlformats.org/officeDocument/2006/relationships/image" Target="../media/image45.jpe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lnSpcReduction="10000"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lnSpcReduction="10000"/>
          </a:bodyPr>
          <a:lstStyle/>
          <a:p>
            <a:r>
              <a:rPr lang="hu-HU" sz="2400" b="1" dirty="0"/>
              <a:t>Webfejlesztés során használt eszközök: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960" y="2402574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199" y="2759233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537" y="3198681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51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36580"/>
          </a:xfrm>
          <a:prstGeom prst="rightBracket">
            <a:avLst>
              <a:gd name="adj" fmla="val 309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Egyenes összekötő 19">
            <a:extLst>
              <a:ext uri="{FF2B5EF4-FFF2-40B4-BE49-F238E27FC236}">
                <a16:creationId xmlns:a16="http://schemas.microsoft.com/office/drawing/2014/main" id="{BBC19857-BD79-4B20-9E25-7376FA101D08}"/>
              </a:ext>
            </a:extLst>
          </p:cNvPr>
          <p:cNvCxnSpPr>
            <a:cxnSpLocks/>
          </p:cNvCxnSpPr>
          <p:nvPr/>
        </p:nvCxnSpPr>
        <p:spPr>
          <a:xfrm>
            <a:off x="10243125" y="5347406"/>
            <a:ext cx="120075" cy="604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2" y="2908563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fejlesztők céljai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 indítása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3731533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21B87BE7-801B-4FF4-B115-8797E1FF842B}"/>
              </a:ext>
            </a:extLst>
          </p:cNvPr>
          <p:cNvSpPr txBox="1"/>
          <p:nvPr/>
        </p:nvSpPr>
        <p:spPr>
          <a:xfrm>
            <a:off x="11086012" y="6244046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hlinkClick r:id="rId3" action="ppaction://hlinksldjump"/>
              </a:rPr>
              <a:t>Főoldal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1031</TotalTime>
  <Words>295</Words>
  <Application>Microsoft Office PowerPoint</Application>
  <PresentationFormat>Szélesvásznú</PresentationFormat>
  <Paragraphs>81</Paragraphs>
  <Slides>21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5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A fejlesztők céljai</vt:lpstr>
      <vt:lpstr>Kapcsolat</vt:lpstr>
      <vt:lpstr>Fiók szerkesztése</vt:lpstr>
      <vt:lpstr>Foglalás indítása</vt:lpstr>
      <vt:lpstr>Foglalás</vt:lpstr>
      <vt:lpstr>A felhasználó foglalásai</vt:lpstr>
      <vt:lpstr>Lábléc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146</cp:revision>
  <dcterms:created xsi:type="dcterms:W3CDTF">2026-01-21T10:12:04Z</dcterms:created>
  <dcterms:modified xsi:type="dcterms:W3CDTF">2026-03-12T10:10:36Z</dcterms:modified>
</cp:coreProperties>
</file>