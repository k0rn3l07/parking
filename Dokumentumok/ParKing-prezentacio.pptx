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5" r:id="rId21"/>
    <p:sldId id="296" r:id="rId22"/>
    <p:sldId id="298" r:id="rId23"/>
    <p:sldId id="299" r:id="rId24"/>
    <p:sldId id="300" r:id="rId25"/>
    <p:sldId id="301" r:id="rId26"/>
    <p:sldId id="293" r:id="rId27"/>
    <p:sldId id="287" r:id="rId2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 varScale="1">
        <p:scale>
          <a:sx n="109" d="100"/>
          <a:sy n="109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3" Type="http://schemas.openxmlformats.org/officeDocument/2006/relationships/image" Target="../media/image45.jpe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24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5.png"/><Relationship Id="rId4" Type="http://schemas.openxmlformats.org/officeDocument/2006/relationships/image" Target="../media/image69.png"/><Relationship Id="rId9" Type="http://schemas.openxmlformats.org/officeDocument/2006/relationships/image" Target="../media/image7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4.png"/><Relationship Id="rId4" Type="http://schemas.openxmlformats.org/officeDocument/2006/relationships/image" Target="../media/image7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8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lnSpcReduction="10000"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lnSpcReduction="10000"/>
          </a:bodyPr>
          <a:lstStyle/>
          <a:p>
            <a:r>
              <a:rPr lang="hu-HU" sz="2400" b="1" dirty="0"/>
              <a:t>Webfejlesztés során használt eszközök: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960" y="2402574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199" y="2759233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537" y="3198681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51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36580"/>
          </a:xfrm>
          <a:prstGeom prst="rightBracket">
            <a:avLst>
              <a:gd name="adj" fmla="val 309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BBC19857-BD79-4B20-9E25-7376FA101D08}"/>
              </a:ext>
            </a:extLst>
          </p:cNvPr>
          <p:cNvCxnSpPr>
            <a:cxnSpLocks/>
          </p:cNvCxnSpPr>
          <p:nvPr/>
        </p:nvCxnSpPr>
        <p:spPr>
          <a:xfrm>
            <a:off x="10243125" y="5347406"/>
            <a:ext cx="120075" cy="604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2" y="2908563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731533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6075" y="1309176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</TotalTime>
  <Words>312</Words>
  <Application>Microsoft Office PowerPoint</Application>
  <PresentationFormat>Szélesvásznú</PresentationFormat>
  <Paragraphs>86</Paragraphs>
  <Slides>27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27</vt:i4>
      </vt:variant>
    </vt:vector>
  </HeadingPairs>
  <TitlesOfParts>
    <vt:vector size="31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155</cp:revision>
  <dcterms:created xsi:type="dcterms:W3CDTF">2026-01-21T10:12:04Z</dcterms:created>
  <dcterms:modified xsi:type="dcterms:W3CDTF">2026-03-20T07:56:21Z</dcterms:modified>
</cp:coreProperties>
</file>