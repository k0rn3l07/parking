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5" r:id="rId21"/>
    <p:sldId id="296" r:id="rId22"/>
    <p:sldId id="298" r:id="rId23"/>
    <p:sldId id="299" r:id="rId24"/>
    <p:sldId id="300" r:id="rId25"/>
    <p:sldId id="301" r:id="rId26"/>
    <p:sldId id="302" r:id="rId27"/>
    <p:sldId id="303" r:id="rId28"/>
    <p:sldId id="293" r:id="rId29"/>
    <p:sldId id="304" r:id="rId30"/>
    <p:sldId id="287" r:id="rId3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6357" autoAdjust="0"/>
  </p:normalViewPr>
  <p:slideViewPr>
    <p:cSldViewPr snapToGrid="0">
      <p:cViewPr varScale="1">
        <p:scale>
          <a:sx n="110" d="100"/>
          <a:sy n="110" d="100"/>
        </p:scale>
        <p:origin x="5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2026.04.01.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26.png"/><Relationship Id="rId7" Type="http://schemas.openxmlformats.org/officeDocument/2006/relationships/image" Target="../media/image8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7.png"/><Relationship Id="rId4" Type="http://schemas.openxmlformats.org/officeDocument/2006/relationships/image" Target="../media/image81.png"/><Relationship Id="rId9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8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9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0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10000"/>
              </a:lnSpc>
            </a:pPr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 Code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hu-HU" sz="2400" b="1" dirty="0"/>
              <a:t>Webfejlesztés során használt eszközök: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HTML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CSS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JavaScript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SQL</a:t>
            </a:r>
          </a:p>
          <a:p>
            <a:pPr lvl="1">
              <a:lnSpc>
                <a:spcPct val="110000"/>
              </a:lnSpc>
            </a:pPr>
            <a:r>
              <a:rPr lang="hu-HU" sz="2400" dirty="0"/>
              <a:t>EJS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C#</a:t>
            </a:r>
          </a:p>
          <a:p>
            <a:pPr lvl="1">
              <a:lnSpc>
                <a:spcPct val="110000"/>
              </a:lnSpc>
            </a:pPr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2400" b="1" dirty="0"/>
              <a:t>További webfejlesztési eszközök: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XAMPP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MySQL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 Package Manager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Node.js</a:t>
            </a:r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960" y="2277417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2201" y="2754164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6854" y="220235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3892" y="2607679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3610" y="3099308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8798" y="3449765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447" y="4197783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667" y="4770776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781" y="5263123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895350" lvl="1" indent="-447675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futtatása:</a:t>
            </a:r>
          </a:p>
          <a:p>
            <a:pPr marL="457200" lvl="1" indent="0">
              <a:buNone/>
            </a:pPr>
            <a:r>
              <a:rPr lang="hu-HU" dirty="0"/>
              <a:t>	</a:t>
            </a:r>
            <a:r>
              <a:rPr lang="hu-HU" u="sng" dirty="0"/>
              <a:t>Fontos, hogy a parancsokat a </a:t>
            </a:r>
            <a:r>
              <a:rPr lang="hu-HU" b="1" u="sng" dirty="0"/>
              <a:t>ParKing/main </a:t>
            </a:r>
            <a:r>
              <a:rPr lang="hu-HU" u="sng" dirty="0"/>
              <a:t>mappán belül kell futtatni!</a:t>
            </a:r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dotenv</a:t>
            </a:r>
            <a:r>
              <a:rPr lang="hu-HU" b="1" dirty="0"/>
              <a:t> + .</a:t>
            </a:r>
            <a:r>
              <a:rPr lang="hu-HU" i="1" dirty="0" err="1"/>
              <a:t>env</a:t>
            </a:r>
            <a:r>
              <a:rPr lang="hu-HU" i="1" dirty="0"/>
              <a:t> fájl feltöltése a megfelelő adatokkal!</a:t>
            </a:r>
          </a:p>
          <a:p>
            <a:pPr lvl="2"/>
            <a:r>
              <a:rPr lang="hu-HU" b="1" dirty="0"/>
              <a:t>npm update - </a:t>
            </a:r>
            <a:r>
              <a:rPr lang="hu-HU" i="1" dirty="0" err="1"/>
              <a:t>node_modules</a:t>
            </a:r>
            <a:r>
              <a:rPr lang="hu-HU" i="1" dirty="0"/>
              <a:t> mappa létrehozása</a:t>
            </a:r>
            <a:endParaRPr lang="hu-HU" b="1" dirty="0"/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setup</a:t>
            </a:r>
            <a:r>
              <a:rPr lang="hu-HU" b="1" dirty="0"/>
              <a:t> - </a:t>
            </a:r>
            <a:r>
              <a:rPr lang="hu-HU" i="1" dirty="0"/>
              <a:t>szükséges csomagok letöltése</a:t>
            </a:r>
            <a:endParaRPr lang="hu-HU" b="1" dirty="0"/>
          </a:p>
          <a:p>
            <a:pPr lvl="2"/>
            <a:r>
              <a:rPr lang="hu-HU" b="1" dirty="0"/>
              <a:t>node server.js - </a:t>
            </a:r>
            <a:r>
              <a:rPr lang="hu-HU" i="1" dirty="0"/>
              <a:t>szerver elindítása</a:t>
            </a:r>
            <a:endParaRPr lang="hu-HU" b="1" dirty="0"/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41904"/>
          </a:xfrm>
          <a:prstGeom prst="rightBracket">
            <a:avLst>
              <a:gd name="adj" fmla="val 30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D5F477F-9A77-4999-A60B-AEBFF2FDD138}"/>
              </a:ext>
            </a:extLst>
          </p:cNvPr>
          <p:cNvCxnSpPr/>
          <p:nvPr/>
        </p:nvCxnSpPr>
        <p:spPr>
          <a:xfrm>
            <a:off x="10217850" y="5308762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FCA16E0-5DFC-42BB-A440-1C2E555CC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65" y="1279597"/>
            <a:ext cx="4288674" cy="8221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EC6302F-C432-4A30-96F4-D128971649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5964" y="2225121"/>
            <a:ext cx="4466443" cy="8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1" y="2908564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  <p:sp>
        <p:nvSpPr>
          <p:cNvPr id="32" name="Téglalap 31">
            <a:extLst>
              <a:ext uri="{FF2B5EF4-FFF2-40B4-BE49-F238E27FC236}">
                <a16:creationId xmlns:a16="http://schemas.microsoft.com/office/drawing/2014/main" id="{D2C3AC7A-1833-4FD0-AF36-1531B8E111E2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AC3AFB49-9661-49CF-B660-01CD9497BF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72547" y="1500796"/>
            <a:ext cx="4846906" cy="1325563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F0BAD80-140B-4701-A865-30D4E9AE1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119" y="2879141"/>
            <a:ext cx="6039760" cy="133200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2A4CA11A-D64C-40F5-9996-56D21E688F1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0053" y="4269042"/>
            <a:ext cx="5331893" cy="177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églalap 13">
            <a:extLst>
              <a:ext uri="{FF2B5EF4-FFF2-40B4-BE49-F238E27FC236}">
                <a16:creationId xmlns:a16="http://schemas.microsoft.com/office/drawing/2014/main" id="{BDDD8E3E-2A6E-4D09-AC3F-115738585F3C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58F6B37-2358-4383-BB11-B30290099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809749"/>
            <a:ext cx="4924425" cy="32385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811178-D728-4258-9399-7F255FB5FD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" y="1990724"/>
            <a:ext cx="4048125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5BA788-BE1F-4B73-A4D3-52464051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429" y="2344046"/>
            <a:ext cx="68294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14F2A74B-F2F0-4B91-8A0E-BD04A429DF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2D11117C-8B91-48A5-9A7E-20D296AB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454" y="993311"/>
            <a:ext cx="7549091" cy="487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180" y="3703825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73E8796-C4CA-4D53-B20A-25F6CB501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88" y="1296080"/>
            <a:ext cx="4955505" cy="2047484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879020B-F2CC-4632-B88C-4F76473F9D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375" y="1386567"/>
            <a:ext cx="5113765" cy="185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6C2D152C-34E6-4687-B3BF-C74C038A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266" y="4833358"/>
            <a:ext cx="3809467" cy="81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50"/>
                            </p:stCondLst>
                            <p:childTnLst>
                              <p:par>
                                <p:cTn id="3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6075" y="1309176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269" y="201778"/>
            <a:ext cx="1529862" cy="932545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D939808-857C-4E6C-B0B4-0695A9E58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" y="1442572"/>
            <a:ext cx="6548928" cy="368377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4152D74-755A-4F51-8878-0A2F8E50C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9" y="1433216"/>
            <a:ext cx="6866862" cy="3729192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44BD9601-647E-4BB4-A2D7-C716F8D830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0608" y="5921368"/>
            <a:ext cx="6829425" cy="885825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38A5E0-3985-467D-8D71-280F641C2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947" y="5198472"/>
            <a:ext cx="5362575" cy="704850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BB30A40C-95AB-4688-AE50-2908E7928F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1797" y="1585498"/>
            <a:ext cx="5006934" cy="33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325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84" y="869185"/>
            <a:ext cx="11277616" cy="3126467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004" y="4062695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41" y="4062695"/>
            <a:ext cx="2141075" cy="104513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E9DDB53-6584-4D9C-AAD2-32A10A43C8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" y="875511"/>
            <a:ext cx="6798302" cy="3967132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51D0E187-3EC6-4892-B8CC-0343D3650F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84" y="4893168"/>
            <a:ext cx="6059424" cy="193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50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14997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A5B8305B-C9BD-4F54-BA38-0904A4AA0549}"/>
              </a:ext>
            </a:extLst>
          </p:cNvPr>
          <p:cNvSpPr txBox="1"/>
          <p:nvPr/>
        </p:nvSpPr>
        <p:spPr>
          <a:xfrm>
            <a:off x="5190309" y="2278517"/>
            <a:ext cx="181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jest</a:t>
            </a:r>
            <a:r>
              <a:rPr lang="hu-HU" dirty="0"/>
              <a:t> és </a:t>
            </a:r>
            <a:r>
              <a:rPr lang="hu-HU" dirty="0" err="1"/>
              <a:t>supertest</a:t>
            </a:r>
            <a:endParaRPr lang="hu-HU" dirty="0"/>
          </a:p>
          <a:p>
            <a:r>
              <a:rPr lang="hu-HU" dirty="0"/>
              <a:t>Tesztelési eszköz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DB16A69A-BCCE-4395-9E0E-A4EFD7D38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317" y="3512678"/>
            <a:ext cx="3367365" cy="170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4498D7-1110-47C5-AF9C-748E4B196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36B8188-B2DE-453D-A071-C5D669535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hu-HU" dirty="0"/>
              <a:t>Profilkép beállítása</a:t>
            </a:r>
          </a:p>
          <a:p>
            <a:r>
              <a:rPr lang="hu-HU" dirty="0"/>
              <a:t>Elfelejtett jelszó funkció teljes körű működése</a:t>
            </a:r>
          </a:p>
          <a:p>
            <a:r>
              <a:rPr lang="hu-HU" dirty="0"/>
              <a:t>Foglalás esetén működőképes bankkártyás fizetés</a:t>
            </a:r>
          </a:p>
          <a:p>
            <a:r>
              <a:rPr lang="hu-HU" dirty="0"/>
              <a:t>Többnyelvű megjelenítés</a:t>
            </a:r>
          </a:p>
          <a:p>
            <a:r>
              <a:rPr lang="hu-HU" dirty="0"/>
              <a:t>Közösségi oldalak létrehozása a weboldalhoz</a:t>
            </a:r>
          </a:p>
          <a:p>
            <a:r>
              <a:rPr lang="hu-HU" dirty="0"/>
              <a:t>Regisztráció/bejelentkezés parkolóház-tulajdonosként</a:t>
            </a:r>
          </a:p>
          <a:p>
            <a:r>
              <a:rPr lang="hu-HU" dirty="0"/>
              <a:t>Sötét/világos mód felhasználónkénti mentése az adatbázisba</a:t>
            </a:r>
          </a:p>
        </p:txBody>
      </p:sp>
    </p:spTree>
    <p:extLst>
      <p:ext uri="{BB962C8B-B14F-4D97-AF65-F5344CB8AC3E}">
        <p14:creationId xmlns:p14="http://schemas.microsoft.com/office/powerpoint/2010/main" val="2725263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1363</TotalTime>
  <Words>380</Words>
  <Application>Microsoft Office PowerPoint</Application>
  <PresentationFormat>Szélesvásznú</PresentationFormat>
  <Paragraphs>98</Paragraphs>
  <Slides>30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30</vt:i4>
      </vt:variant>
    </vt:vector>
  </HeadingPairs>
  <TitlesOfParts>
    <vt:vector size="34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Backend - Foglalás</vt:lpstr>
      <vt:lpstr>A felhasználó foglalásai</vt:lpstr>
      <vt:lpstr>Tesztelés</vt:lpstr>
      <vt:lpstr>Fejlesztési lehetőségek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179</cp:revision>
  <dcterms:created xsi:type="dcterms:W3CDTF">2026-01-21T10:12:04Z</dcterms:created>
  <dcterms:modified xsi:type="dcterms:W3CDTF">2026-04-01T06:27:47Z</dcterms:modified>
</cp:coreProperties>
</file>