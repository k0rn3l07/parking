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60" r:id="rId4"/>
    <p:sldId id="267" r:id="rId5"/>
    <p:sldId id="268" r:id="rId6"/>
    <p:sldId id="277" r:id="rId7"/>
    <p:sldId id="288" r:id="rId8"/>
    <p:sldId id="276" r:id="rId9"/>
    <p:sldId id="278" r:id="rId10"/>
    <p:sldId id="279" r:id="rId11"/>
    <p:sldId id="280" r:id="rId12"/>
    <p:sldId id="292" r:id="rId13"/>
    <p:sldId id="281" r:id="rId14"/>
    <p:sldId id="282" r:id="rId15"/>
    <p:sldId id="284" r:id="rId16"/>
    <p:sldId id="285" r:id="rId17"/>
    <p:sldId id="294" r:id="rId18"/>
    <p:sldId id="286" r:id="rId19"/>
    <p:sldId id="283" r:id="rId20"/>
    <p:sldId id="295" r:id="rId21"/>
    <p:sldId id="296" r:id="rId22"/>
    <p:sldId id="298" r:id="rId23"/>
    <p:sldId id="299" r:id="rId24"/>
    <p:sldId id="300" r:id="rId25"/>
    <p:sldId id="301" r:id="rId26"/>
    <p:sldId id="302" r:id="rId27"/>
    <p:sldId id="303" r:id="rId28"/>
    <p:sldId id="293" r:id="rId29"/>
    <p:sldId id="304" r:id="rId30"/>
    <p:sldId id="287" r:id="rId3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6357" autoAdjust="0"/>
  </p:normalViewPr>
  <p:slideViewPr>
    <p:cSldViewPr snapToGrid="0">
      <p:cViewPr varScale="1">
        <p:scale>
          <a:sx n="109" d="100"/>
          <a:sy n="109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3" Type="http://schemas.openxmlformats.org/officeDocument/2006/relationships/image" Target="../media/image53.jpe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26.png"/><Relationship Id="rId7" Type="http://schemas.openxmlformats.org/officeDocument/2006/relationships/image" Target="../media/image8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7.png"/><Relationship Id="rId4" Type="http://schemas.openxmlformats.org/officeDocument/2006/relationships/image" Target="../media/image81.png"/><Relationship Id="rId9" Type="http://schemas.openxmlformats.org/officeDocument/2006/relationships/image" Target="../media/image8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9.png"/><Relationship Id="rId4" Type="http://schemas.openxmlformats.org/officeDocument/2006/relationships/image" Target="../media/image8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96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5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10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7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59807"/>
            <a:ext cx="12191999" cy="1325563"/>
          </a:xfrm>
        </p:spPr>
        <p:txBody>
          <a:bodyPr/>
          <a:lstStyle/>
          <a:p>
            <a:pPr algn="ctr"/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110000"/>
              </a:lnSpc>
            </a:pPr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>
              <a:lnSpc>
                <a:spcPct val="110000"/>
              </a:lnSpc>
            </a:pPr>
            <a:r>
              <a:rPr lang="hu-HU" sz="2400" dirty="0"/>
              <a:t>Visual Studio Code</a:t>
            </a:r>
          </a:p>
          <a:p>
            <a:pPr lvl="2">
              <a:lnSpc>
                <a:spcPct val="110000"/>
              </a:lnSpc>
            </a:pPr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00019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hu-HU" sz="2400" b="1" dirty="0"/>
              <a:t>Webfejlesztés során használt eszközök: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HTML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CSS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JavaScript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SQL</a:t>
            </a:r>
          </a:p>
          <a:p>
            <a:pPr lvl="1">
              <a:lnSpc>
                <a:spcPct val="110000"/>
              </a:lnSpc>
            </a:pPr>
            <a:r>
              <a:rPr lang="hu-HU" sz="2400" dirty="0"/>
              <a:t>EJS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C#</a:t>
            </a:r>
          </a:p>
          <a:p>
            <a:pPr lvl="1">
              <a:lnSpc>
                <a:spcPct val="110000"/>
              </a:lnSpc>
            </a:pPr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2400" b="1" dirty="0"/>
              <a:t>További webfejlesztési eszközök: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XAMPP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MySQL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Node Package Manager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Node.js</a:t>
            </a:r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960" y="2277417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2201" y="2754164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6854" y="220235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3892" y="2607679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3610" y="3099308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8798" y="3449765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447" y="4197783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667" y="4770776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6781" y="5263123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10/11 ajánlott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895350" lvl="1" indent="-447675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futtatása:</a:t>
            </a:r>
          </a:p>
          <a:p>
            <a:pPr marL="457200" lvl="1" indent="0">
              <a:buNone/>
            </a:pPr>
            <a:r>
              <a:rPr lang="hu-HU" dirty="0"/>
              <a:t>	</a:t>
            </a:r>
            <a:r>
              <a:rPr lang="hu-HU" u="sng" dirty="0"/>
              <a:t>Fontos, hogy a parancsokat a </a:t>
            </a:r>
            <a:r>
              <a:rPr lang="hu-HU" b="1" u="sng" dirty="0"/>
              <a:t>ParKing/main </a:t>
            </a:r>
            <a:r>
              <a:rPr lang="hu-HU" u="sng" dirty="0"/>
              <a:t>mappán belül kell futtatni!</a:t>
            </a:r>
          </a:p>
          <a:p>
            <a:pPr lvl="2"/>
            <a:r>
              <a:rPr lang="hu-HU" b="1" dirty="0"/>
              <a:t>npm </a:t>
            </a:r>
            <a:r>
              <a:rPr lang="hu-HU" b="1" dirty="0" err="1"/>
              <a:t>run</a:t>
            </a:r>
            <a:r>
              <a:rPr lang="hu-HU" b="1" dirty="0"/>
              <a:t> </a:t>
            </a:r>
            <a:r>
              <a:rPr lang="hu-HU" b="1" dirty="0" err="1"/>
              <a:t>dotenv</a:t>
            </a:r>
            <a:r>
              <a:rPr lang="hu-HU" b="1" dirty="0"/>
              <a:t> + .</a:t>
            </a:r>
            <a:r>
              <a:rPr lang="hu-HU" i="1" dirty="0" err="1"/>
              <a:t>env</a:t>
            </a:r>
            <a:r>
              <a:rPr lang="hu-HU" i="1" dirty="0"/>
              <a:t> fájl feltöltése a megfelelő adatokkal!</a:t>
            </a:r>
          </a:p>
          <a:p>
            <a:pPr lvl="2"/>
            <a:r>
              <a:rPr lang="hu-HU" b="1" dirty="0"/>
              <a:t>npm update - </a:t>
            </a:r>
            <a:r>
              <a:rPr lang="hu-HU" i="1" dirty="0" err="1"/>
              <a:t>node_modules</a:t>
            </a:r>
            <a:r>
              <a:rPr lang="hu-HU" i="1" dirty="0"/>
              <a:t> mappa létrehozása</a:t>
            </a:r>
            <a:endParaRPr lang="hu-HU" b="1" dirty="0"/>
          </a:p>
          <a:p>
            <a:pPr lvl="2"/>
            <a:r>
              <a:rPr lang="hu-HU" b="1" dirty="0"/>
              <a:t>npm </a:t>
            </a:r>
            <a:r>
              <a:rPr lang="hu-HU" b="1" dirty="0" err="1"/>
              <a:t>run</a:t>
            </a:r>
            <a:r>
              <a:rPr lang="hu-HU" b="1" dirty="0"/>
              <a:t> </a:t>
            </a:r>
            <a:r>
              <a:rPr lang="hu-HU" b="1" dirty="0" err="1"/>
              <a:t>setup</a:t>
            </a:r>
            <a:r>
              <a:rPr lang="hu-HU" b="1" dirty="0"/>
              <a:t> - </a:t>
            </a:r>
            <a:r>
              <a:rPr lang="hu-HU" i="1" dirty="0"/>
              <a:t>szükséges csomagok letöltése</a:t>
            </a:r>
            <a:endParaRPr lang="hu-HU" b="1" dirty="0"/>
          </a:p>
          <a:p>
            <a:pPr lvl="2"/>
            <a:r>
              <a:rPr lang="hu-HU" b="1" dirty="0"/>
              <a:t>node server.js - </a:t>
            </a:r>
            <a:r>
              <a:rPr lang="hu-HU" i="1" dirty="0"/>
              <a:t>szerver elindítása</a:t>
            </a:r>
            <a:endParaRPr lang="hu-HU" b="1" dirty="0"/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4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41904"/>
          </a:xfrm>
          <a:prstGeom prst="rightBracket">
            <a:avLst>
              <a:gd name="adj" fmla="val 30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>
            <a:cxnSpLocks/>
          </p:cNvCxnSpPr>
          <p:nvPr/>
        </p:nvCxnSpPr>
        <p:spPr>
          <a:xfrm flipV="1">
            <a:off x="4033864" y="800626"/>
            <a:ext cx="2719967" cy="228074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C598679A-778A-4E59-8D0C-140DBA3970E6}"/>
              </a:ext>
            </a:extLst>
          </p:cNvPr>
          <p:cNvCxnSpPr/>
          <p:nvPr/>
        </p:nvCxnSpPr>
        <p:spPr>
          <a:xfrm>
            <a:off x="4033864" y="914400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6C3429D8-9F1F-4D77-A42E-4897DE02273B}"/>
              </a:ext>
            </a:extLst>
          </p:cNvPr>
          <p:cNvCxnSpPr>
            <a:cxnSpLocks/>
          </p:cNvCxnSpPr>
          <p:nvPr/>
        </p:nvCxnSpPr>
        <p:spPr>
          <a:xfrm flipV="1">
            <a:off x="4033864" y="1028700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FF5A53B6-0E60-4F99-968B-72815C70B786}"/>
              </a:ext>
            </a:extLst>
          </p:cNvPr>
          <p:cNvCxnSpPr/>
          <p:nvPr/>
        </p:nvCxnSpPr>
        <p:spPr>
          <a:xfrm>
            <a:off x="4033864" y="1289396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661AD45F-393E-4E7A-9ABE-094CA645BBFF}"/>
              </a:ext>
            </a:extLst>
          </p:cNvPr>
          <p:cNvCxnSpPr>
            <a:cxnSpLocks/>
          </p:cNvCxnSpPr>
          <p:nvPr/>
        </p:nvCxnSpPr>
        <p:spPr>
          <a:xfrm flipV="1">
            <a:off x="4033864" y="1393865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CD0096D1-5FD7-4EF2-AE2C-E8212D09B5DE}"/>
              </a:ext>
            </a:extLst>
          </p:cNvPr>
          <p:cNvCxnSpPr>
            <a:cxnSpLocks/>
          </p:cNvCxnSpPr>
          <p:nvPr/>
        </p:nvCxnSpPr>
        <p:spPr>
          <a:xfrm flipV="1">
            <a:off x="10225088" y="5425430"/>
            <a:ext cx="138112" cy="1095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ED5F477F-9A77-4999-A60B-AEBFF2FDD138}"/>
              </a:ext>
            </a:extLst>
          </p:cNvPr>
          <p:cNvCxnSpPr/>
          <p:nvPr/>
        </p:nvCxnSpPr>
        <p:spPr>
          <a:xfrm>
            <a:off x="10217850" y="5308762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6807" y="1514841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49" y="2407229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292" y="3168189"/>
            <a:ext cx="5676901" cy="319325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FCA16E0-5DFC-42BB-A440-1C2E555CC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5965" y="1279597"/>
            <a:ext cx="4288674" cy="8221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EC6302F-C432-4A30-96F4-D128971649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5964" y="2225121"/>
            <a:ext cx="4466443" cy="8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42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2" y="1646138"/>
            <a:ext cx="2016000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1" y="2908564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3" y="4203375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685" y="1646138"/>
            <a:ext cx="2016000" cy="990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685" y="2908564"/>
            <a:ext cx="2016000" cy="9840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685" y="5525548"/>
            <a:ext cx="2016000" cy="9673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91" y="5525547"/>
            <a:ext cx="2016000" cy="9673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8184" y="4214095"/>
            <a:ext cx="2016000" cy="990000"/>
          </a:xfrm>
          <a:prstGeom prst="rect">
            <a:avLst/>
          </a:prstGeom>
        </p:spPr>
      </p:pic>
      <p:sp>
        <p:nvSpPr>
          <p:cNvPr id="32" name="Téglalap 31">
            <a:extLst>
              <a:ext uri="{FF2B5EF4-FFF2-40B4-BE49-F238E27FC236}">
                <a16:creationId xmlns:a16="http://schemas.microsoft.com/office/drawing/2014/main" id="{D2C3AC7A-1833-4FD0-AF36-1531B8E111E2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5" name="Kép 24">
            <a:extLst>
              <a:ext uri="{FF2B5EF4-FFF2-40B4-BE49-F238E27FC236}">
                <a16:creationId xmlns:a16="http://schemas.microsoft.com/office/drawing/2014/main" id="{AC3AFB49-9661-49CF-B660-01CD9497BF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72547" y="1500796"/>
            <a:ext cx="4846906" cy="1325563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EF0BAD80-140B-4701-A865-30D4E9AE1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119" y="2879141"/>
            <a:ext cx="6039760" cy="1332001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2A4CA11A-D64C-40F5-9996-56D21E688F1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30053" y="4269042"/>
            <a:ext cx="5331893" cy="177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5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5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50"/>
                            </p:stCondLst>
                            <p:childTnLst>
                              <p:par>
                                <p:cTn id="5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19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Téglalap 13">
            <a:extLst>
              <a:ext uri="{FF2B5EF4-FFF2-40B4-BE49-F238E27FC236}">
                <a16:creationId xmlns:a16="http://schemas.microsoft.com/office/drawing/2014/main" id="{BDDD8E3E-2A6E-4D09-AC3F-115738585F3C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D58F6B37-2358-4383-BB11-B302900991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809749"/>
            <a:ext cx="4924425" cy="32385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F811178-D728-4258-9399-7F255FB5FD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527" y="1990724"/>
            <a:ext cx="4048125" cy="287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"/>
                            </p:stCondLst>
                            <p:childTnLst>
                              <p:par>
                                <p:cTn id="4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05BA788-BE1F-4B73-A4D3-524640512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429" y="2344046"/>
            <a:ext cx="6829425" cy="378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Rólunk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555" y="5532596"/>
            <a:ext cx="1901223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2656945" y="136078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909" y="1482048"/>
            <a:ext cx="2303081" cy="39209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88" y="4388157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88" y="2204064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688" y="3304877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085" y="1176261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837" y="5559638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072" y="1457528"/>
            <a:ext cx="2047868" cy="1023934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072" y="2900965"/>
            <a:ext cx="2047868" cy="1044550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072" y="4365508"/>
            <a:ext cx="2047868" cy="1021959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1B69829B-3529-4F1C-BE27-110E25082B44}"/>
              </a:ext>
            </a:extLst>
          </p:cNvPr>
          <p:cNvCxnSpPr/>
          <p:nvPr/>
        </p:nvCxnSpPr>
        <p:spPr>
          <a:xfrm flipV="1">
            <a:off x="4572000" y="3218901"/>
            <a:ext cx="1524000" cy="18581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33160"/>
            <a:ext cx="2391109" cy="1457528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E757A1B-9447-46BE-B933-09F8C7256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4743"/>
            <a:ext cx="9910514" cy="458787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7DCCFC4-D190-41F6-B614-D5F90367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206" y="1801931"/>
            <a:ext cx="2078363" cy="101986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413B6F68-180F-426B-8A43-BC523FDC0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206" y="2982343"/>
            <a:ext cx="2078363" cy="102367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7682EAC-16F1-4D6F-A33D-6619CAC9B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206" y="4166561"/>
            <a:ext cx="2078363" cy="101986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26645A1-7CB3-4815-B757-71B604C1E0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206" y="5346973"/>
            <a:ext cx="2078364" cy="10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E545-DA10-43EA-AF64-8D33B53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ADBA9A4-18AB-404D-8244-BF2A06D7B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6197" y="1533013"/>
            <a:ext cx="10836000" cy="504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F687E5A-DE31-4224-8D72-82C1C01A8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14" y="496569"/>
            <a:ext cx="2781688" cy="905001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14F2A74B-F2F0-4B91-8A0E-BD04A429DF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2D11117C-8B91-48A5-9A7E-20D296ABC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1454" y="993311"/>
            <a:ext cx="7549091" cy="487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2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180" y="3703825"/>
            <a:ext cx="11277616" cy="3126467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0" y="350290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0" y="1171750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375" y="2132134"/>
            <a:ext cx="2141075" cy="104513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73E8796-C4CA-4D53-B20A-25F6CB501F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088" y="1296080"/>
            <a:ext cx="4955505" cy="2047484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E879020B-F2CC-4632-B88C-4F76473F9D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375" y="1386567"/>
            <a:ext cx="5113765" cy="185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6C2D152C-34E6-4687-B3BF-C74C038AA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266" y="4833358"/>
            <a:ext cx="3809467" cy="810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78AF6B28-E13E-4CF1-A0D1-0920FBC124FD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5" y="1512893"/>
            <a:ext cx="3177248" cy="490049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F3109A5-F5D9-46C3-B6D6-96D1132EAA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807" y="1519176"/>
            <a:ext cx="2871526" cy="168857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FC6600AA-5D9B-4FF0-8F30-D22921212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6961" y="1512893"/>
            <a:ext cx="5583187" cy="32785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842755B-5778-4AD0-9B40-49867D4F9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7807" y="3404658"/>
            <a:ext cx="2871526" cy="1410124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6D810451-D319-4884-B357-42B1F2880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7807" y="5011691"/>
            <a:ext cx="2871526" cy="140169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04D267B-7C4F-409C-828B-B904D7E71D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5249" y="4828986"/>
            <a:ext cx="2674899" cy="1273925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CC4F2379-3778-4B07-A4A9-3F4345032D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6961" y="4814782"/>
            <a:ext cx="2868731" cy="1273925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E662869-D7C2-43B0-A46B-B1E617D042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86560" y="6126246"/>
            <a:ext cx="5219700" cy="70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87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7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"/>
                            </p:stCondLst>
                            <p:childTnLst>
                              <p:par>
                                <p:cTn id="3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Bejelentkezés</a:t>
            </a:r>
          </a:p>
        </p:txBody>
      </p:sp>
      <p:pic>
        <p:nvPicPr>
          <p:cNvPr id="10" name="Tartalom helye 4">
            <a:extLst>
              <a:ext uri="{FF2B5EF4-FFF2-40B4-BE49-F238E27FC236}">
                <a16:creationId xmlns:a16="http://schemas.microsoft.com/office/drawing/2014/main" id="{F2794826-BC5C-4B80-83D1-39BEE2199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90" y="1394463"/>
            <a:ext cx="3823434" cy="406907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D1FC260-9AF8-4268-AEF2-C79ACF2FF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565" y="1394463"/>
            <a:ext cx="3616191" cy="301159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3A18138-D530-4970-A49F-37C1B18C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688007"/>
            <a:ext cx="4302073" cy="1907523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DCDB5096-A946-4EEA-A4BC-B1C8F6C00429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691" y="1394463"/>
            <a:ext cx="2631440" cy="1303083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49D10876-65B8-48B0-AD46-4E73070A3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691" y="3059114"/>
            <a:ext cx="2631440" cy="1346940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85D7F86C-0C98-494D-8162-11BEC4BB8B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091" y="5713351"/>
            <a:ext cx="5548910" cy="81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91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Kijelentkezés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3FD329B-843D-4F6F-A659-2295AD51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8" y="2450027"/>
            <a:ext cx="3121992" cy="208633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7C4EC83-A627-401B-99B7-12A494F60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813" y="1562301"/>
            <a:ext cx="5054126" cy="373339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5A8B932-9F30-4D38-AFBC-3C71F42B2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571" y="5593217"/>
            <a:ext cx="5878857" cy="92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335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Főoldal bejelentkezés után</a:t>
            </a:r>
          </a:p>
        </p:txBody>
      </p:sp>
      <p:pic>
        <p:nvPicPr>
          <p:cNvPr id="5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4E71F69-6E87-4EAF-916C-DDFD00CAE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038" y="1415560"/>
            <a:ext cx="7704894" cy="342021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62B83F2-74B3-4AA5-AFE9-8832B535A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012" y="2963122"/>
            <a:ext cx="7219950" cy="35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010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039" y="1469858"/>
            <a:ext cx="7531907" cy="2895816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107" y="1469858"/>
            <a:ext cx="2542482" cy="127085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E79A58E-0CFC-424E-AAF6-3169B3D55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2479" y="2795421"/>
            <a:ext cx="8796606" cy="286704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4F6B68D-4773-4BB5-9B3A-17DB0305A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403" y="5717175"/>
            <a:ext cx="7831194" cy="100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842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"/>
                            </p:stCondLst>
                            <p:childTnLst>
                              <p:par>
                                <p:cTn id="2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89" y="5402994"/>
            <a:ext cx="2213994" cy="121592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-2539" r="82886"/>
          <a:stretch/>
        </p:blipFill>
        <p:spPr>
          <a:xfrm>
            <a:off x="63214" y="119779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060" y="1319058"/>
            <a:ext cx="2303081" cy="39209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3A9D63C-6567-42C3-B07A-E942DAF49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9542" y="1319058"/>
            <a:ext cx="6457950" cy="341947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DFD2998-839B-45B5-9CBB-1F4C08E70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4028" y="1319058"/>
            <a:ext cx="6648977" cy="4229766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F7AF20-69FE-4007-88FC-F585109362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8398" y="5621431"/>
            <a:ext cx="7313296" cy="1145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765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269" y="201778"/>
            <a:ext cx="1529862" cy="932545"/>
          </a:xfr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D939808-857C-4E6C-B0B4-0695A9E58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9" y="1442572"/>
            <a:ext cx="6548928" cy="3683772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C4152D74-755A-4F51-8878-0A2F8E50C2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" y="1419861"/>
            <a:ext cx="6866862" cy="3729192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44BD9601-647E-4BB4-A2D7-C716F8D830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0608" y="5921368"/>
            <a:ext cx="6829425" cy="885825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8538A5E0-3985-467D-8D71-280F641C2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7362" y="5198472"/>
            <a:ext cx="5362575" cy="704850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BB30A40C-95AB-4688-AE50-2908E7928F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1797" y="1585498"/>
            <a:ext cx="5006934" cy="33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325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"/>
                            </p:stCondLst>
                            <p:childTnLst>
                              <p:par>
                                <p:cTn id="2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750"/>
                            </p:stCondLst>
                            <p:childTnLst>
                              <p:par>
                                <p:cTn id="3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184" y="869185"/>
            <a:ext cx="11277616" cy="3126467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004" y="4062695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9241" y="4062695"/>
            <a:ext cx="2141075" cy="104513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E9DDB53-6584-4D9C-AAD2-32A10A43C8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4" y="869185"/>
            <a:ext cx="6798302" cy="3967132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51D0E187-3EC6-4892-B8CC-0343D3650F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84" y="4893168"/>
            <a:ext cx="6059424" cy="193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50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14997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A5B8305B-C9BD-4F54-BA38-0904A4AA0549}"/>
              </a:ext>
            </a:extLst>
          </p:cNvPr>
          <p:cNvSpPr txBox="1"/>
          <p:nvPr/>
        </p:nvSpPr>
        <p:spPr>
          <a:xfrm>
            <a:off x="5190309" y="2278517"/>
            <a:ext cx="1811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jest és supertest</a:t>
            </a:r>
          </a:p>
          <a:p>
            <a:r>
              <a:rPr lang="hu-HU" dirty="0"/>
              <a:t>Tesztelési eszköz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DB16A69A-BCCE-4395-9E0E-A4EFD7D38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317" y="3512678"/>
            <a:ext cx="3367365" cy="170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4498D7-1110-47C5-AF9C-748E4B196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36B8188-B2DE-453D-A071-C5D669535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r>
              <a:rPr lang="hu-HU" dirty="0"/>
              <a:t>Profilkép beállítása</a:t>
            </a:r>
          </a:p>
          <a:p>
            <a:r>
              <a:rPr lang="hu-HU" dirty="0"/>
              <a:t>Elfelejtett jelszó funkció teljes körű működése</a:t>
            </a:r>
          </a:p>
          <a:p>
            <a:r>
              <a:rPr lang="hu-HU" dirty="0"/>
              <a:t>Foglalás esetén működőképes bankkártyás fizetés</a:t>
            </a:r>
          </a:p>
          <a:p>
            <a:r>
              <a:rPr lang="hu-HU" dirty="0"/>
              <a:t>Többnyelvű megjelenítés</a:t>
            </a:r>
          </a:p>
          <a:p>
            <a:r>
              <a:rPr lang="hu-HU" dirty="0"/>
              <a:t>Közösségi oldalak létrehozása a weboldalhoz</a:t>
            </a:r>
          </a:p>
          <a:p>
            <a:r>
              <a:rPr lang="hu-HU" dirty="0"/>
              <a:t>Regisztráció/bejelentkezés parkolóház-tulajdonosként</a:t>
            </a:r>
          </a:p>
          <a:p>
            <a:r>
              <a:rPr lang="hu-HU" dirty="0"/>
              <a:t>Sötét/világos mód felhasználónkénti mentése az adatbázisba</a:t>
            </a:r>
          </a:p>
        </p:txBody>
      </p:sp>
    </p:spTree>
    <p:extLst>
      <p:ext uri="{BB962C8B-B14F-4D97-AF65-F5344CB8AC3E}">
        <p14:creationId xmlns:p14="http://schemas.microsoft.com/office/powerpoint/2010/main" val="2725263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1379</TotalTime>
  <Words>380</Words>
  <Application>Microsoft Office PowerPoint</Application>
  <PresentationFormat>Szélesvásznú</PresentationFormat>
  <Paragraphs>98</Paragraphs>
  <Slides>30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30</vt:i4>
      </vt:variant>
    </vt:vector>
  </HeadingPairs>
  <TitlesOfParts>
    <vt:vector size="34" baseType="lpstr">
      <vt:lpstr>Arial</vt:lpstr>
      <vt:lpstr>Calibri</vt:lpstr>
      <vt:lpstr>Times New Roman</vt:lpstr>
      <vt:lpstr>Office-téma</vt:lpstr>
      <vt:lpstr>ParKing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Rólunk</vt:lpstr>
      <vt:lpstr>Kapcsolat</vt:lpstr>
      <vt:lpstr>Fiók szerkesztése</vt:lpstr>
      <vt:lpstr>Foglalás</vt:lpstr>
      <vt:lpstr>Foglalás</vt:lpstr>
      <vt:lpstr>A felhasználó foglalásai</vt:lpstr>
      <vt:lpstr>Lábléc</vt:lpstr>
      <vt:lpstr>Backend - Regisztráció</vt:lpstr>
      <vt:lpstr>Backend - Bejelentkezés</vt:lpstr>
      <vt:lpstr>Backend - Kijelentkezés</vt:lpstr>
      <vt:lpstr>Backend - Főoldal bejelentkezés után</vt:lpstr>
      <vt:lpstr>Backend - Kapcsolat</vt:lpstr>
      <vt:lpstr>Backend - Fiók szerkesztése</vt:lpstr>
      <vt:lpstr>Backend - Foglalás</vt:lpstr>
      <vt:lpstr>A felhasználó foglalásai</vt:lpstr>
      <vt:lpstr>Tesztelés</vt:lpstr>
      <vt:lpstr>Fejlesztési lehetőségek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181</cp:revision>
  <dcterms:created xsi:type="dcterms:W3CDTF">2026-01-21T10:12:04Z</dcterms:created>
  <dcterms:modified xsi:type="dcterms:W3CDTF">2026-04-01T06:58:26Z</dcterms:modified>
</cp:coreProperties>
</file>