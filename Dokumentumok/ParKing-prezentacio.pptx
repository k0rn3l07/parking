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295" r:id="rId21"/>
    <p:sldId id="296" r:id="rId22"/>
    <p:sldId id="298" r:id="rId23"/>
    <p:sldId id="299" r:id="rId24"/>
    <p:sldId id="300" r:id="rId25"/>
    <p:sldId id="301" r:id="rId26"/>
    <p:sldId id="302" r:id="rId27"/>
    <p:sldId id="303" r:id="rId28"/>
    <p:sldId id="293" r:id="rId29"/>
    <p:sldId id="287" r:id="rId3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31" autoAdjust="0"/>
    <p:restoredTop sz="96357" autoAdjust="0"/>
  </p:normalViewPr>
  <p:slideViewPr>
    <p:cSldViewPr snapToGrid="0">
      <p:cViewPr varScale="1">
        <p:scale>
          <a:sx n="105" d="100"/>
          <a:sy n="105" d="100"/>
        </p:scale>
        <p:origin x="7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jpe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26.png"/><Relationship Id="rId7" Type="http://schemas.openxmlformats.org/officeDocument/2006/relationships/image" Target="../media/image8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7.png"/><Relationship Id="rId4" Type="http://schemas.openxmlformats.org/officeDocument/2006/relationships/image" Target="../media/image81.png"/><Relationship Id="rId9" Type="http://schemas.openxmlformats.org/officeDocument/2006/relationships/image" Target="../media/image8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9.png"/><Relationship Id="rId4" Type="http://schemas.openxmlformats.org/officeDocument/2006/relationships/image" Target="../media/image8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96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5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0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7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110000"/>
              </a:lnSpc>
            </a:pPr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 Code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00019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hu-HU" sz="2400" b="1" dirty="0"/>
              <a:t>Webfejlesztés során használt eszközök: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HTML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CSS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JavaScript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SQL</a:t>
            </a:r>
          </a:p>
          <a:p>
            <a:pPr lvl="1">
              <a:lnSpc>
                <a:spcPct val="110000"/>
              </a:lnSpc>
            </a:pPr>
            <a:r>
              <a:rPr lang="hu-HU" sz="2400" dirty="0"/>
              <a:t>EJS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C#</a:t>
            </a:r>
          </a:p>
          <a:p>
            <a:pPr lvl="1">
              <a:lnSpc>
                <a:spcPct val="110000"/>
              </a:lnSpc>
            </a:pPr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2400" b="1" dirty="0"/>
              <a:t>További webfejlesztési eszközök: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XAMPP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MySQL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 Package Manager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Node.js</a:t>
            </a:r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960" y="2277417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2201" y="2754164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6854" y="220235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3892" y="2607679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3610" y="3099308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8798" y="3449765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447" y="4197783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667" y="4770776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6781" y="5263123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10/11 ajánlott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895350" lvl="1" indent="-447675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futtatása:</a:t>
            </a:r>
          </a:p>
          <a:p>
            <a:pPr marL="457200" lvl="1" indent="0">
              <a:buNone/>
            </a:pPr>
            <a:r>
              <a:rPr lang="hu-HU" dirty="0"/>
              <a:t>	</a:t>
            </a:r>
            <a:r>
              <a:rPr lang="hu-HU" u="sng" dirty="0"/>
              <a:t>Fontos, hogy a parancsokat a </a:t>
            </a:r>
            <a:r>
              <a:rPr lang="hu-HU" b="1" u="sng" dirty="0"/>
              <a:t>ParKing/main </a:t>
            </a:r>
            <a:r>
              <a:rPr lang="hu-HU" u="sng" dirty="0"/>
              <a:t>mappán belül kell futtatni!</a:t>
            </a:r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dotenv</a:t>
            </a:r>
            <a:r>
              <a:rPr lang="hu-HU" b="1" dirty="0"/>
              <a:t> + .</a:t>
            </a:r>
            <a:r>
              <a:rPr lang="hu-HU" i="1" dirty="0" err="1"/>
              <a:t>env</a:t>
            </a:r>
            <a:r>
              <a:rPr lang="hu-HU" i="1" dirty="0"/>
              <a:t> fájl feltöltése a megfelelő adatokkal!</a:t>
            </a:r>
          </a:p>
          <a:p>
            <a:pPr lvl="2"/>
            <a:r>
              <a:rPr lang="hu-HU" b="1" dirty="0"/>
              <a:t>npm update - </a:t>
            </a:r>
            <a:r>
              <a:rPr lang="hu-HU" i="1" dirty="0" err="1"/>
              <a:t>node_modules</a:t>
            </a:r>
            <a:r>
              <a:rPr lang="hu-HU" i="1" dirty="0"/>
              <a:t> mappa létrehozása</a:t>
            </a:r>
            <a:endParaRPr lang="hu-HU" b="1" dirty="0"/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setup</a:t>
            </a:r>
            <a:r>
              <a:rPr lang="hu-HU" b="1" dirty="0"/>
              <a:t> - </a:t>
            </a:r>
            <a:r>
              <a:rPr lang="hu-HU" i="1" dirty="0"/>
              <a:t>szükséges csomagok letöltése</a:t>
            </a:r>
            <a:endParaRPr lang="hu-HU" b="1" dirty="0"/>
          </a:p>
          <a:p>
            <a:pPr lvl="2"/>
            <a:r>
              <a:rPr lang="hu-HU" b="1" dirty="0"/>
              <a:t>node server.js - </a:t>
            </a:r>
            <a:r>
              <a:rPr lang="hu-HU" i="1" dirty="0"/>
              <a:t>szerver elindítása</a:t>
            </a:r>
            <a:endParaRPr lang="hu-HU" b="1" dirty="0"/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4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41904"/>
          </a:xfrm>
          <a:prstGeom prst="rightBracket">
            <a:avLst>
              <a:gd name="adj" fmla="val 30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>
            <a:cxnSpLocks/>
          </p:cNvCxnSpPr>
          <p:nvPr/>
        </p:nvCxnSpPr>
        <p:spPr>
          <a:xfrm flipV="1">
            <a:off x="4033864" y="800626"/>
            <a:ext cx="2719967" cy="228074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C598679A-778A-4E59-8D0C-140DBA3970E6}"/>
              </a:ext>
            </a:extLst>
          </p:cNvPr>
          <p:cNvCxnSpPr/>
          <p:nvPr/>
        </p:nvCxnSpPr>
        <p:spPr>
          <a:xfrm>
            <a:off x="4033864" y="914400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6C3429D8-9F1F-4D77-A42E-4897DE02273B}"/>
              </a:ext>
            </a:extLst>
          </p:cNvPr>
          <p:cNvCxnSpPr>
            <a:cxnSpLocks/>
          </p:cNvCxnSpPr>
          <p:nvPr/>
        </p:nvCxnSpPr>
        <p:spPr>
          <a:xfrm flipV="1">
            <a:off x="4033864" y="1028700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FF5A53B6-0E60-4F99-968B-72815C70B786}"/>
              </a:ext>
            </a:extLst>
          </p:cNvPr>
          <p:cNvCxnSpPr/>
          <p:nvPr/>
        </p:nvCxnSpPr>
        <p:spPr>
          <a:xfrm>
            <a:off x="4033864" y="1289396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661AD45F-393E-4E7A-9ABE-094CA645BBFF}"/>
              </a:ext>
            </a:extLst>
          </p:cNvPr>
          <p:cNvCxnSpPr>
            <a:cxnSpLocks/>
          </p:cNvCxnSpPr>
          <p:nvPr/>
        </p:nvCxnSpPr>
        <p:spPr>
          <a:xfrm flipV="1">
            <a:off x="4033864" y="1393865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CD0096D1-5FD7-4EF2-AE2C-E8212D09B5DE}"/>
              </a:ext>
            </a:extLst>
          </p:cNvPr>
          <p:cNvCxnSpPr>
            <a:cxnSpLocks/>
          </p:cNvCxnSpPr>
          <p:nvPr/>
        </p:nvCxnSpPr>
        <p:spPr>
          <a:xfrm flipV="1">
            <a:off x="10225088" y="5425430"/>
            <a:ext cx="138112" cy="1095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ED5F477F-9A77-4999-A60B-AEBFF2FDD138}"/>
              </a:ext>
            </a:extLst>
          </p:cNvPr>
          <p:cNvCxnSpPr/>
          <p:nvPr/>
        </p:nvCxnSpPr>
        <p:spPr>
          <a:xfrm>
            <a:off x="10217850" y="5308762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FCA16E0-5DFC-42BB-A440-1C2E555CC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5965" y="1279597"/>
            <a:ext cx="4288674" cy="8221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EC6302F-C432-4A30-96F4-D128971649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5964" y="2225121"/>
            <a:ext cx="4466443" cy="8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1" y="2908564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  <p:sp>
        <p:nvSpPr>
          <p:cNvPr id="32" name="Téglalap 31">
            <a:extLst>
              <a:ext uri="{FF2B5EF4-FFF2-40B4-BE49-F238E27FC236}">
                <a16:creationId xmlns:a16="http://schemas.microsoft.com/office/drawing/2014/main" id="{D2C3AC7A-1833-4FD0-AF36-1531B8E111E2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5" name="Kép 24">
            <a:extLst>
              <a:ext uri="{FF2B5EF4-FFF2-40B4-BE49-F238E27FC236}">
                <a16:creationId xmlns:a16="http://schemas.microsoft.com/office/drawing/2014/main" id="{AC3AFB49-9661-49CF-B660-01CD9497BF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72547" y="1500796"/>
            <a:ext cx="4846906" cy="1325563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EF0BAD80-140B-4701-A865-30D4E9AE1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119" y="2879141"/>
            <a:ext cx="6039760" cy="1332001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2A4CA11A-D64C-40F5-9996-56D21E688F1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30053" y="4269042"/>
            <a:ext cx="5331893" cy="177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5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5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50"/>
                            </p:stCondLst>
                            <p:childTnLst>
                              <p:par>
                                <p:cTn id="5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Téglalap 13">
            <a:extLst>
              <a:ext uri="{FF2B5EF4-FFF2-40B4-BE49-F238E27FC236}">
                <a16:creationId xmlns:a16="http://schemas.microsoft.com/office/drawing/2014/main" id="{BDDD8E3E-2A6E-4D09-AC3F-115738585F3C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D58F6B37-2358-4383-BB11-B302900991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809749"/>
            <a:ext cx="4924425" cy="32385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811178-D728-4258-9399-7F255FB5FD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527" y="1990724"/>
            <a:ext cx="4048125" cy="287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"/>
                            </p:stCondLst>
                            <p:childTnLst>
                              <p:par>
                                <p:cTn id="4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5BA788-BE1F-4B73-A4D3-52464051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429" y="2344046"/>
            <a:ext cx="6829425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Rólunk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14F2A74B-F2F0-4B91-8A0E-BD04A429DF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2D11117C-8B91-48A5-9A7E-20D296ABC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1454" y="993311"/>
            <a:ext cx="7549091" cy="487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180" y="3703825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73E8796-C4CA-4D53-B20A-25F6CB501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088" y="1296080"/>
            <a:ext cx="4955505" cy="2047484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879020B-F2CC-4632-B88C-4F76473F9D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375" y="1386567"/>
            <a:ext cx="5113765" cy="185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6C2D152C-34E6-4687-B3BF-C74C038AA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266" y="4833358"/>
            <a:ext cx="3809467" cy="81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78AF6B28-E13E-4CF1-A0D1-0920FBC124FD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5" y="1512893"/>
            <a:ext cx="3177248" cy="490049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F3109A5-F5D9-46C3-B6D6-96D1132EAA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07" y="1519176"/>
            <a:ext cx="2871526" cy="168857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FC6600AA-5D9B-4FF0-8F30-D22921212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6961" y="1512893"/>
            <a:ext cx="5583187" cy="3278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842755B-5778-4AD0-9B40-49867D4F9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7807" y="3404658"/>
            <a:ext cx="2871526" cy="1410124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6D810451-D319-4884-B357-42B1F2880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7807" y="5011691"/>
            <a:ext cx="2871526" cy="140169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04D267B-7C4F-409C-828B-B904D7E71D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5249" y="4828986"/>
            <a:ext cx="2674899" cy="1273925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CC4F2379-3778-4B07-A4A9-3F4345032D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6961" y="4814782"/>
            <a:ext cx="2868731" cy="1273925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E662869-D7C2-43B0-A46B-B1E617D042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86560" y="6126246"/>
            <a:ext cx="5219700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87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Bejelentkezés</a:t>
            </a:r>
          </a:p>
        </p:txBody>
      </p:sp>
      <p:pic>
        <p:nvPicPr>
          <p:cNvPr id="10" name="Tartalom helye 4">
            <a:extLst>
              <a:ext uri="{FF2B5EF4-FFF2-40B4-BE49-F238E27FC236}">
                <a16:creationId xmlns:a16="http://schemas.microsoft.com/office/drawing/2014/main" id="{F2794826-BC5C-4B80-83D1-39BEE2199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90" y="1394463"/>
            <a:ext cx="3823434" cy="406907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D1FC260-9AF8-4268-AEF2-C79ACF2FF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65" y="1394463"/>
            <a:ext cx="3616191" cy="301159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3A18138-D530-4970-A49F-37C1B18C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688007"/>
            <a:ext cx="4302073" cy="1907523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CDB5096-A946-4EEA-A4BC-B1C8F6C00429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691" y="1394463"/>
            <a:ext cx="2631440" cy="1303083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49D10876-65B8-48B0-AD46-4E73070A3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691" y="3059114"/>
            <a:ext cx="2631440" cy="1346940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85D7F86C-0C98-494D-8162-11BEC4BB8B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091" y="5713351"/>
            <a:ext cx="5548910" cy="81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91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Kijelentkezés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FD329B-843D-4F6F-A659-2295AD51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8" y="2450027"/>
            <a:ext cx="3121992" cy="208633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7C4EC83-A627-401B-99B7-12A494F60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813" y="1562301"/>
            <a:ext cx="5054126" cy="3733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5A8B932-9F30-4D38-AFBC-3C71F42B2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571" y="5593217"/>
            <a:ext cx="5878857" cy="92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335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Főoldal bejelentkezés után</a:t>
            </a:r>
          </a:p>
        </p:txBody>
      </p:sp>
      <p:pic>
        <p:nvPicPr>
          <p:cNvPr id="5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4E71F69-6E87-4EAF-916C-DDFD00CAE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038" y="1415560"/>
            <a:ext cx="7704894" cy="342021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62B83F2-74B3-4AA5-AFE9-8832B535A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012" y="2963122"/>
            <a:ext cx="7219950" cy="35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010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039" y="1469858"/>
            <a:ext cx="7531907" cy="2895816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07" y="1469858"/>
            <a:ext cx="2542482" cy="127085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E79A58E-0CFC-424E-AAF6-3169B3D55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79" y="2795421"/>
            <a:ext cx="8796606" cy="286704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4F6B68D-4773-4BB5-9B3A-17DB0305A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403" y="5717175"/>
            <a:ext cx="7831194" cy="100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842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89" y="5402994"/>
            <a:ext cx="2213994" cy="121592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-2539" r="82886"/>
          <a:stretch/>
        </p:blipFill>
        <p:spPr>
          <a:xfrm>
            <a:off x="63214" y="119779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060" y="1319058"/>
            <a:ext cx="2303081" cy="39209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3A9D63C-6567-42C3-B07A-E942DAF49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9542" y="1319058"/>
            <a:ext cx="6457950" cy="341947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DFD2998-839B-45B5-9CBB-1F4C08E70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6075" y="1309176"/>
            <a:ext cx="6648977" cy="422976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F7AF20-69FE-4007-88FC-F585109362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398" y="5621431"/>
            <a:ext cx="7313296" cy="1145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65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269" y="201778"/>
            <a:ext cx="1529862" cy="932545"/>
          </a:xfr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D939808-857C-4E6C-B0B4-0695A9E58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9" y="1442572"/>
            <a:ext cx="6548928" cy="3683772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C4152D74-755A-4F51-8878-0A2F8E50C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9" y="1433216"/>
            <a:ext cx="6866862" cy="3729192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44BD9601-647E-4BB4-A2D7-C716F8D830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0608" y="5921368"/>
            <a:ext cx="6829425" cy="885825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538A5E0-3985-467D-8D71-280F641C2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947" y="5198472"/>
            <a:ext cx="5362575" cy="704850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BB30A40C-95AB-4688-AE50-2908E7928F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1797" y="1585498"/>
            <a:ext cx="5006934" cy="33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3259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184" y="869185"/>
            <a:ext cx="11277616" cy="3126467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004" y="4062695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241" y="4062695"/>
            <a:ext cx="2141075" cy="104513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E9DDB53-6584-4D9C-AAD2-32A10A43C8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4" y="875511"/>
            <a:ext cx="6798302" cy="3967132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51D0E187-3EC6-4892-B8CC-0343D3650F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84" y="4893168"/>
            <a:ext cx="6059424" cy="193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5082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33513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1319</TotalTime>
  <Words>341</Words>
  <Application>Microsoft Office PowerPoint</Application>
  <PresentationFormat>Szélesvásznú</PresentationFormat>
  <Paragraphs>88</Paragraphs>
  <Slides>29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29</vt:i4>
      </vt:variant>
    </vt:vector>
  </HeadingPairs>
  <TitlesOfParts>
    <vt:vector size="33" baseType="lpstr">
      <vt:lpstr>Arial</vt:lpstr>
      <vt:lpstr>Calibri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Rólunk</vt:lpstr>
      <vt:lpstr>Kapcsolat</vt:lpstr>
      <vt:lpstr>Fiók szerkesztése</vt:lpstr>
      <vt:lpstr>Foglalás</vt:lpstr>
      <vt:lpstr>Foglalás</vt:lpstr>
      <vt:lpstr>A felhasználó foglalásai</vt:lpstr>
      <vt:lpstr>Lábléc</vt:lpstr>
      <vt:lpstr>Backend - Regisztráció</vt:lpstr>
      <vt:lpstr>Backend - Bejelentkezés</vt:lpstr>
      <vt:lpstr>Backend - Kijelentkezés</vt:lpstr>
      <vt:lpstr>Backend - Főoldal bejelentkezés után</vt:lpstr>
      <vt:lpstr>Backend - Kapcsolat</vt:lpstr>
      <vt:lpstr>Backend - Fiók szerkesztése</vt:lpstr>
      <vt:lpstr>Backend - Foglalás</vt:lpstr>
      <vt:lpstr>A felhasználó foglalásai</vt:lpstr>
      <vt:lpstr>Tesztelés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174</cp:revision>
  <dcterms:created xsi:type="dcterms:W3CDTF">2026-01-21T10:12:04Z</dcterms:created>
  <dcterms:modified xsi:type="dcterms:W3CDTF">2026-03-27T07:42:02Z</dcterms:modified>
</cp:coreProperties>
</file>